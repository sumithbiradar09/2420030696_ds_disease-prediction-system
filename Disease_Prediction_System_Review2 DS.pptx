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57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71600"/>
            <a:ext cx="38404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REVIEW II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Prediction System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Early, Data-Driven Health Risk Prediction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66751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983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[SUMITH]  —  [2420030696]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[Deepak]  —  [2420030779]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—  [2420030779]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4983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dirty="0">
                <a:highlight>
                  <a:srgbClr val="C0C0C0"/>
                </a:highlight>
              </a:rPr>
              <a:t>DR.N.SUNANDA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577840" cy="4892040"/>
          </a:xfrm>
          <a:prstGeom prst="roundRect">
            <a:avLst>
              <a:gd name="adj" fmla="val 1869"/>
            </a:avLst>
          </a:prstGeom>
          <a:solidFill>
            <a:srgbClr val="0A2E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discover chronic conditions such as diabetes, heart disease, or certain cancers only after symptoms become severe, because routine checkups rely on isolated tests and manual, experience-based judgment rather than a consolidated, data-driven risk assessment.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937760" cy="0"/>
          </a:xfrm>
          <a:prstGeom prst="line">
            <a:avLst/>
          </a:prstGeom>
          <a:noFill/>
          <a:ln w="12700">
            <a:solidFill>
              <a:srgbClr val="355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intelligent system that analyzes patient health parameters and predicts disease risk early, enabling timely medical intervention.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373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Non-communicable diseases account for a majority of global deaths; early detection tools directly reduce treatment cost, hospitalization, and mortality.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availability of health datasets and affordable computing power makes ML-based prediction practical to build and deploy at clinic scale.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4800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120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and digital health records generate continuous patient data that is under-utilized for proactive, rather than reactive, care.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73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ML classifiers (e.g., Random Forest, SVM, Logistic Regression) to predict the likelihood of diseases such as diabetes, heart disease, and liver disease from patient health parameters.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691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673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Measurable Accuracy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3317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 at least 85% prediction accuracy, with precision/recall and F1-score reported per disease, benchmarked against standard datasets (e.g., UCI/Kaggle repositories).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42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Usable Interface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web-based interface where a user enters symptoms/vitals and receives a risk prediction with confidence score in under 3 seconds.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8862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142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Reliability &amp; Scalability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system on multiple diseases and data sources, so the architecture can be extended to new conditions with minimal rework.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F3A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accuracy across trained disease datasets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F3A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from input to predicted risk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F3A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covered in the initial deployment (diabetes, heart, liver)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metrics above, the project aims to produce a documented, reusable pipeline (data preprocessing → model training → evaluation → deployment) and a usable clinician-facing report that explains each prediction's contributing factors.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Literature Survey — Existing Systems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Clinical Decision Support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013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systems (e.g., MYCIN-style expert systems) used hand-coded if-then medical rules to flag risk conditions.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24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 Structured Datasets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358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on the UCI Heart Disease, PIMA Diabetes, and Indian Liver Patient datasets apply Naive Bayes, SVM, Decision Trees, and Logistic Regression for binary risk classification.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587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 Deep Learning Models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702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and neural network-based approaches have been used to improve prediction accuracy on multi-symptom health datasets.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93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Web/App-Based Prediction Tools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04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Django/Flask-based prototypes and mobile apps let users enter symptoms and receive a single-disease risk score, often as academic demonstrators.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F0F7F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vs. TYPICAL ACCURACY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011680"/>
          <a:ext cx="4389120" cy="3520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Accuracy*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~78–82%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~76–80%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~80–85%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~78–83%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~85–90%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/ DL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~85–92%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995160" y="5897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*Representative ranges from published studies on comparable public health datasets; actual results vary by dataset and preprocessing.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Gaps in Existing Systems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35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Single-Disease Focus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04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Feature Integration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72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Interpretability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Usability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10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Gaps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760720" y="1417320"/>
            <a:ext cx="5852160" cy="4846320"/>
          </a:xfrm>
          <a:prstGeom prst="roundRect">
            <a:avLst>
              <a:gd name="adj" fmla="val 1887"/>
            </a:avLst>
          </a:prstGeom>
          <a:solidFill>
            <a:srgbClr val="0A2E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80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011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trained and validated for one disease only, forcing separate systems for diabetes, heart disease, etc.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8803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models rely on a narrow set of lab values and ignore lifestyle, symptom, or family-history inputs that improve real-world accuracy.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37490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 (deep nets, ensembles) rarely explain which factors drove a given prediction, limiting clinician trust.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46177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published models stay in notebooks/research code with no accessible, patient-friendly interface for real use.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5486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tuned on one regional/demographic dataset often perform worse on different populations.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Addresses the Gap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F3D9C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2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5321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80760" y="14630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031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Single-disease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5806440" y="242316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210312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1031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 supporting multiple diseases via a shared preprocessing + model-selection layer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004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feature sets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06440" y="352044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320040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2004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lab values, vitals, symptoms, and lifestyle inputs for richer, more realistic predictions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2976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06440" y="461772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429768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2976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top contributing factors alongside each prediction for interpretability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0F7F6"/>
          </a:solidFill>
          <a:ln w="9525">
            <a:solidFill>
              <a:srgbClr val="E7D3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394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Research-only prototypes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rot="5400000">
            <a:off x="5806440" y="5715000"/>
            <a:ext cx="320040" cy="3200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5394960"/>
            <a:ext cx="5532120" cy="960120"/>
          </a:xfrm>
          <a:prstGeom prst="roundRect">
            <a:avLst>
              <a:gd name="adj" fmla="val 7619"/>
            </a:avLst>
          </a:prstGeom>
          <a:solidFill>
            <a:srgbClr val="E4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53949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deployed web interface so patients/clinicians can use it directly, not just a notebook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System — Review II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851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sumith Biradar</cp:lastModifiedBy>
  <cp:revision>2</cp:revision>
  <dcterms:created xsi:type="dcterms:W3CDTF">2026-09-09T09:33:21Z</dcterms:created>
  <dcterms:modified xsi:type="dcterms:W3CDTF">2026-09-09T09:44:34Z</dcterms:modified>
</cp:coreProperties>
</file>